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2.jpeg" ContentType="image/jpeg"/>
  <Override PartName="/ppt/media/image11.jpeg" ContentType="image/jpeg"/>
  <Override PartName="/ppt/media/image13.png" ContentType="image/png"/>
  <Override PartName="/ppt/media/image7.jpeg" ContentType="image/jpeg"/>
  <Override PartName="/ppt/media/image10.jpeg" ContentType="image/jpeg"/>
  <Override PartName="/ppt/media/image9.jpeg" ContentType="image/jpeg"/>
  <Override PartName="/ppt/media/image8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17.xml" ContentType="application/vnd.openxmlformats-officedocument.theme+xml"/>
  <Override PartName="/ppt/theme/theme14.xml" ContentType="application/vnd.openxmlformats-officedocument.theme+xml"/>
  <Override PartName="/ppt/theme/theme6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00425211499"/>
          <c:y val="0.90452461630456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5248283"/>
        <c:axId val="75657066"/>
      </c:barChart>
      <c:catAx>
        <c:axId val="55248283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75657066"/>
        <c:crosses val="autoZero"/>
        <c:auto val="1"/>
        <c:lblAlgn val="ctr"/>
        <c:lblOffset val="100"/>
        <c:noMultiLvlLbl val="0"/>
      </c:catAx>
      <c:valAx>
        <c:axId val="75657066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524828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74570146"/>
        <c:axId val="32330035"/>
      </c:barChart>
      <c:catAx>
        <c:axId val="74570146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32330035"/>
        <c:crosses val="autoZero"/>
        <c:auto val="1"/>
        <c:lblAlgn val="ctr"/>
        <c:lblOffset val="100"/>
        <c:noMultiLvlLbl val="0"/>
      </c:catAx>
      <c:valAx>
        <c:axId val="3233003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7457014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80405123"/>
        <c:axId val="25482554"/>
      </c:barChart>
      <c:catAx>
        <c:axId val="80405123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5482554"/>
        <c:crosses val="autoZero"/>
        <c:auto val="1"/>
        <c:lblAlgn val="ctr"/>
        <c:lblOffset val="100"/>
        <c:noMultiLvlLbl val="0"/>
      </c:catAx>
      <c:valAx>
        <c:axId val="2548255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040512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9272FE-26BE-4004-A8A9-24A5A669B6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8AF9FF-8FA1-4367-9F2D-EE870385EC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7772CFA-16EC-493B-907E-878F86F081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BD03FB8-F09F-4933-945E-F1990DB7B9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559F1EC-663E-4014-9436-64B8347B1A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C7F16D4-8C36-49CD-873B-2478F11FCF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D341327-90EC-47BA-99B8-D574F7C889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DA8C812-2E6F-4693-AB27-71DDAA1128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85AFCA6-60C1-45C4-8D3D-AC9DE3A01A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F8605A3-FBE5-4529-B6A4-4254238024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E499CD3-98FE-4C2B-AA0B-32C763B426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94F0642-1380-44EA-8C52-31E3877A94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CEFF439-B018-4136-A75F-DC2F932CCE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3331185C-6C20-4730-8191-2497A670A6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C917641-082C-4520-B0DA-8E3AF0AAC1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E70171CE-44CB-43AD-B3BA-8A1684DC7C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CA3B922-BE42-488A-9B9B-8B154F5761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955FB5B-ED91-4126-91F8-B49015ED940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AE6371A-377B-4131-AA6B-A485FC67822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4DE4353-2F16-4B0C-A72C-7AF1CEB3E88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328A085-EFEB-4FC0-AC38-22DA25ED339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565AC1B-5197-4205-9462-170DAA26E94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01D0FDE-52B4-46D9-964E-6FCA382B37A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A0D646D-ABAA-4D49-9D1B-80C3A976C242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8C2364C-8E79-4043-8467-9434DDD67F3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B979BB1-A64E-4498-9A4C-8DA1F472A1A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932B5FF-5C56-4FBB-BA07-2286EC84F36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FA7857C-B31C-4601-ADB0-B5EF1B29B3B4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809C38D-0EB7-44AA-BDDF-BA84AECC5B61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C2ED30-1578-4A07-A7FB-214ED4192B62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Диаграмма 8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CDDF813-5EED-4288-8E2A-C0A77A820C2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Диаграмма 7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A6F045D-7550-4608-80BF-60E0EDD90618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Диаграмма 10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0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95982BA-A57F-42BF-848E-BCD0D826DDB9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Диаграмма 11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4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087C035-6287-433B-80DD-5C06E136CC2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 txBox="1"/>
          <p:nvPr/>
        </p:nvSpPr>
        <p:spPr>
          <a:xfrm>
            <a:off x="6432840" y="1823760"/>
            <a:ext cx="3969360" cy="97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8 марта и 23 февраля , международные праздники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0" y="461808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/>
          <p:nvPr/>
        </p:nvSpPr>
        <p:spPr>
          <a:xfrm>
            <a:off x="1953360" y="38376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8 Марта — Международный женский день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Content Placeholder 2"/>
          <p:cNvSpPr/>
          <p:nvPr/>
        </p:nvSpPr>
        <p:spPr>
          <a:xfrm>
            <a:off x="1953360" y="170928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Праздник весны и внимания к женщине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Традиция дарить цветы и подарки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Символ женственности и красоты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2"/>
          <p:cNvSpPr/>
          <p:nvPr/>
        </p:nvSpPr>
        <p:spPr>
          <a:xfrm>
            <a:off x="1869480" y="5508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История праздника 8 Марта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ontent Placeholder 1"/>
          <p:cNvSpPr/>
          <p:nvPr/>
        </p:nvSpPr>
        <p:spPr>
          <a:xfrm>
            <a:off x="1869480" y="187632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Возник как день борьбы женщин за права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Стал символом весеннего обновления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Отмечается в более чем 100 странах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3"/>
          <p:cNvSpPr/>
          <p:nvPr/>
        </p:nvSpPr>
        <p:spPr>
          <a:xfrm>
            <a:off x="1551960" y="3754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Значение праздника в современном мире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Content Placeholder 3"/>
          <p:cNvSpPr/>
          <p:nvPr/>
        </p:nvSpPr>
        <p:spPr>
          <a:xfrm>
            <a:off x="1602000" y="170100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День благодарности мамам, женам, дочерям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Символ уважения и любви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Время для теплых слов и внимания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4"/>
          <p:cNvSpPr/>
          <p:nvPr/>
        </p:nvSpPr>
        <p:spPr>
          <a:xfrm>
            <a:off x="1677600" y="32508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Поздравление с 8 Марта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Content Placeholder 4"/>
          <p:cNvSpPr/>
          <p:nvPr/>
        </p:nvSpPr>
        <p:spPr>
          <a:xfrm>
            <a:off x="1677600" y="165060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Желаем счастья, здоровья и благополучия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Пусть весна дарит вдохновение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Мира, добра и улыбок!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5"/>
          <p:cNvSpPr/>
          <p:nvPr/>
        </p:nvSpPr>
        <p:spPr>
          <a:xfrm>
            <a:off x="1819440" y="333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23 Февраля — День защитника Отечества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ontent Placeholder 5"/>
          <p:cNvSpPr/>
          <p:nvPr/>
        </p:nvSpPr>
        <p:spPr>
          <a:xfrm>
            <a:off x="1819440" y="170856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Государственный праздник в честь вооруженных сил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День мужества и славы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Чествование защитников родины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6"/>
          <p:cNvSpPr/>
          <p:nvPr/>
        </p:nvSpPr>
        <p:spPr>
          <a:xfrm>
            <a:off x="2011680" y="40896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Исторические корни праздника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Content Placeholder 6"/>
          <p:cNvSpPr/>
          <p:nvPr/>
        </p:nvSpPr>
        <p:spPr>
          <a:xfrm>
            <a:off x="2011680" y="173448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Связан с созданием Красной Армии (1918)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Символ защиты отечества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Традиции воинской славы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7"/>
          <p:cNvSpPr/>
          <p:nvPr/>
        </p:nvSpPr>
        <p:spPr>
          <a:xfrm>
            <a:off x="1810800" y="45072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Героизм и долг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Content Placeholder 7"/>
          <p:cNvSpPr/>
          <p:nvPr/>
        </p:nvSpPr>
        <p:spPr>
          <a:xfrm>
            <a:off x="1810800" y="177624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Почтение памяти героев всех времен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Воинский долг как основа безопасности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Мужество и отвага защитников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8"/>
          <p:cNvSpPr/>
          <p:nvPr/>
        </p:nvSpPr>
        <p:spPr>
          <a:xfrm>
            <a:off x="1777680" y="4338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Современная армия России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Content Placeholder 8"/>
          <p:cNvSpPr/>
          <p:nvPr/>
        </p:nvSpPr>
        <p:spPr>
          <a:xfrm>
            <a:off x="1777680" y="175932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Высокие технологии и профессионализм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Надежная защита государственных интересов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Современное вооружение и техника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9"/>
          <p:cNvSpPr/>
          <p:nvPr/>
        </p:nvSpPr>
        <p:spPr>
          <a:xfrm>
            <a:off x="2212200" y="55944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Поздравление мужчин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Content Placeholder 9"/>
          <p:cNvSpPr/>
          <p:nvPr/>
        </p:nvSpPr>
        <p:spPr>
          <a:xfrm>
            <a:off x="2212200" y="188496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Желаем крепкого здоровья и силы духа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Мирного неба над головой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 праздником, защитники!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0" y="455940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0"/>
          <p:cNvSpPr/>
          <p:nvPr/>
        </p:nvSpPr>
        <p:spPr>
          <a:xfrm>
            <a:off x="1652400" y="52596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Единство и патриотизм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ontent Placeholder 10"/>
          <p:cNvSpPr/>
          <p:nvPr/>
        </p:nvSpPr>
        <p:spPr>
          <a:xfrm>
            <a:off x="1927800" y="2094120"/>
            <a:ext cx="8228880" cy="45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23 Февраля объединяет поколения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Гордость за свою страну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Любовь к родине и защитникам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24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2026-03-07T10:29:30Z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